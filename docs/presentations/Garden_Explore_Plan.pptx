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Garden / Explore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i="1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restructure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Heirlooms · groundwork before Milestone 7 (delivery)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two weeks of work since the project began at the end of April 2026.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4023360" cy="0"/>
          </a:xfrm>
          <a:prstGeom prst="line">
            <a:avLst/>
          </a:prstGeom>
          <a:noFill/>
          <a:ln w="6350">
            <a:solidFill>
              <a:srgbClr val="6B7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12080" y="2377440"/>
            <a:ext cx="1371600" cy="0"/>
          </a:xfrm>
          <a:prstGeom prst="line">
            <a:avLst/>
          </a:prstGeom>
          <a:noFill/>
          <a:ln w="6350">
            <a:solidFill>
              <a:srgbClr val="2D4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2377440"/>
            <a:ext cx="2011680" cy="0"/>
          </a:xfrm>
          <a:prstGeom prst="line">
            <a:avLst/>
          </a:prstGeom>
          <a:noFill/>
          <a:ln w="12700">
            <a:solidFill>
              <a:srgbClr val="D4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0" y="2377440"/>
            <a:ext cx="2377440" cy="0"/>
          </a:xfrm>
          <a:prstGeom prst="line">
            <a:avLst/>
          </a:prstGeom>
          <a:noFill/>
          <a:ln w="6350">
            <a:solidFill>
              <a:srgbClr val="6B7B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10607040" cy="0"/>
          </a:xfrm>
          <a:prstGeom prst="line">
            <a:avLst/>
          </a:prstGeom>
          <a:noFill/>
          <a:ln w="12700">
            <a:solidFill>
              <a:srgbClr val="5A7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256032" cy="256032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83664" y="3712464"/>
            <a:ext cx="256032" cy="256032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80944" y="3712464"/>
            <a:ext cx="256032" cy="256032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8600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86784" y="3712464"/>
            <a:ext cx="256032" cy="256032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84064" y="3712464"/>
            <a:ext cx="256032" cy="256032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912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v0.16, mid May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4768" y="3675888"/>
            <a:ext cx="329184" cy="329184"/>
          </a:xfrm>
          <a:prstGeom prst="ellipse">
            <a:avLst/>
          </a:prstGeom>
          <a:solidFill>
            <a:srgbClr val="D4A5A5"/>
          </a:solidFill>
          <a:ln w="25400">
            <a:solidFill>
              <a:srgbClr val="2D4A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0" y="3657600"/>
            <a:ext cx="365760" cy="365760"/>
          </a:xfrm>
          <a:prstGeom prst="ellipse">
            <a:avLst/>
          </a:prstGeom>
          <a:solidFill>
            <a:srgbClr val="F5EFE0"/>
          </a:solidFill>
          <a:ln w="38100">
            <a:solidFill>
              <a:srgbClr val="D4A5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2376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82912" y="3730752"/>
            <a:ext cx="219456" cy="219456"/>
          </a:xfrm>
          <a:prstGeom prst="ellipse">
            <a:avLst/>
          </a:prstGeom>
          <a:solidFill>
            <a:srgbClr val="F5EFE0"/>
          </a:solidFill>
          <a:ln w="19050">
            <a:solidFill>
              <a:srgbClr val="5A7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6968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86968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863072" y="3730752"/>
            <a:ext cx="219456" cy="219456"/>
          </a:xfrm>
          <a:prstGeom prst="ellipse">
            <a:avLst/>
          </a:prstGeom>
          <a:solidFill>
            <a:srgbClr val="F5EFE0"/>
          </a:solidFill>
          <a:ln w="19050">
            <a:solidFill>
              <a:srgbClr val="5A7A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2416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14984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4984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Garden tab today is one flat surface trying to do two jobs.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everything every time is slow. The mental model conflates </a:t>
            </a:r>
            <a:pPr indent="0" marL="0">
              <a:buNone/>
            </a:pPr>
            <a:r>
              <a:rPr lang="en-US" sz="15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work</a:t>
            </a:r>
            <a:pPr indent="0" marL="0">
              <a:buNone/>
            </a:pPr>
            <a:r>
              <a:rPr lang="en-US" sz="15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(tagging, processing, composting) with </a:t>
            </a:r>
            <a:pPr indent="0" marL="0">
              <a:buNone/>
            </a:pPr>
            <a:r>
              <a:rPr lang="en-US" sz="15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memories</a:t>
            </a:r>
            <a:pPr indent="0" marL="0">
              <a:buNone/>
            </a:pPr>
            <a:r>
              <a:rPr lang="en-US" sz="15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(browsing what you've kept). Different jobs, different emotional registers, different places.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7 (delivery) needs a settled Garden structure to land in. Multi-user (Milestone 8+) will compound the scaling problem if left. Doing this work </a:t>
            </a:r>
            <a:pPr indent="0" marL="0">
              <a:buNone/>
            </a:pPr>
            <a:r>
              <a:rPr lang="en-US" sz="1500" i="1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pPr indent="0" marL="0">
              <a:buNone/>
            </a:pPr>
            <a:r>
              <a:rPr lang="en-US" sz="15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nips several decisions in the bud — at lower cost than retrofitting later.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5394960" cy="155448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Garden tab. Slow loads as the dataset grows. Workflow and leisure mixed. No clear answer to "what is this page for?"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4937760"/>
            <a:ext cx="5394960" cy="155448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5440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= work surface (plots: "Just arrived" + user-defined). Explore = leisure surface (paginated, filterable). Two clear jobs, two clear places.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Milestone 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being delivered before the originally-planned Milestone 6 (delivery).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993392"/>
            <a:ext cx="128016" cy="128016"/>
          </a:xfrm>
          <a:prstGeom prst="ellips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needs a settled foundation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6 (now Milestone 7) is the most emotionally resonant feature of the product. It deserves to land on a settled Garden / Explore structure rather than a flat surface that's about to change shape.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register problems compound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423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increment delayed makes the flat-Garden problem worse. The dataset is growing; the brand-register conflation is being built into more features each cycle.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182112"/>
            <a:ext cx="128016" cy="128016"/>
          </a:xfrm>
          <a:prstGeom prst="ellips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makes retrofit expensive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decisions here (plot ownership, pagination, photo-detail variants) are easier to design correctly the first time than to retrofit after multi-user lands. Now is the cheap moment.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128016" cy="128016"/>
          </a:xfrm>
          <a:prstGeom prst="ellips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Nips decisions in the bud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611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Brand-register, scaling, capsule-picker source, vocabulary — several open questions converge on this work. Better to settle them once, in one increment, than to keep deferring.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10698480" cy="0"/>
          </a:xfrm>
          <a:prstGeom prst="line">
            <a:avLst/>
          </a:prstGeom>
          <a:noFill/>
          <a:ln w="6350">
            <a:solidFill>
              <a:srgbClr val="5A7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remaining milestones have been renumbered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5394960" cy="146304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Capsules (in progress)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delivery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5029200"/>
            <a:ext cx="5394960" cy="1463040"/>
          </a:xfrm>
          <a:prstGeom prst="rect">
            <a:avLst/>
          </a:prstGeom>
          <a:solidFill>
            <a:srgbClr val="EBE3D0"/>
          </a:solidFill>
          <a:ln w="19050">
            <a:solidFill>
              <a:srgbClr val="2D4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5440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Capsules (in progress)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/ Explore restructure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delivery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access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 at a glance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deliverables, ~3-4 days total. Tools first as a safety net.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743200" cy="402336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68880"/>
            <a:ext cx="640080" cy="640080"/>
          </a:xfrm>
          <a:prstGeom prst="ellipse">
            <a:avLst/>
          </a:prstGeom>
          <a:solidFill>
            <a:srgbClr val="2D4A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Re-import utility. Scan GCS, hash content, recreate uploads rows. A safety net for the rest of M6.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5577840"/>
            <a:ext cx="2286000" cy="45720"/>
          </a:xfrm>
          <a:prstGeom prst="rect">
            <a:avLst/>
          </a:prstGeom>
          <a:solidFill>
            <a:srgbClr val="5A7A4F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1A · 1B · 1C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2194560"/>
            <a:ext cx="2743200" cy="402336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468880"/>
            <a:ext cx="640080" cy="640080"/>
          </a:xfrm>
          <a:prstGeom prst="ellipse">
            <a:avLst/>
          </a:prstGeom>
          <a:solidFill>
            <a:srgbClr val="2D4A2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Explore basic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extraction. Pagination. Plot schema. New /explore route with paginated grid.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5577840"/>
            <a:ext cx="2286000" cy="45720"/>
          </a:xfrm>
          <a:prstGeom prst="rect">
            <a:avLst/>
          </a:prstGeom>
          <a:solidFill>
            <a:srgbClr val="5A7A4F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2A · 2B · 2C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194560"/>
            <a:ext cx="2743200" cy="402336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2468880"/>
            <a:ext cx="640080" cy="640080"/>
          </a:xfrm>
          <a:prstGeom prst="ellipse">
            <a:avLst/>
          </a:prstGeom>
          <a:solidFill>
            <a:srgbClr val="2D4A2B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5236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~1-1.5 DAYS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5236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complete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filters and sort. Garden plots restructure. Photo detail variants per surface.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5577840"/>
            <a:ext cx="2286000" cy="45720"/>
          </a:xfrm>
          <a:prstGeom prst="rect">
            <a:avLst/>
          </a:prstGeom>
          <a:solidFill>
            <a:srgbClr val="5A7A4F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3A · 3B · 3C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372600" y="2194560"/>
            <a:ext cx="2743200" cy="402336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2468880"/>
            <a:ext cx="640080" cy="640080"/>
          </a:xfrm>
          <a:prstGeom prst="ellipse">
            <a:avLst/>
          </a:prstGeom>
          <a:solidFill>
            <a:srgbClr val="2D4A2B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33272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adoption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Explore tab. Android Garden plots. Bottom-nav restructure (burger menu).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5577840"/>
            <a:ext cx="2286000" cy="45720"/>
          </a:xfrm>
          <a:prstGeom prst="rect">
            <a:avLst/>
          </a:prstGeom>
          <a:solidFill>
            <a:srgbClr val="5A7A4F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 · 4B · 4C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— re-import utility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the rest of M6. Built first as a safety net: with this in place, the rest of the work can experiment freely with the schema and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import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script lists every object in the GCS bucket, computes SHA256, and INSERTs an uploads row for each. Content stays in place; rows reference existing GCS keys.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0.5 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and verify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EXIF backfill jobs for imported rows (no-op if EXIF hasn't shipped yet). Verifies counts match GCS object count. Sample integrity check.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0.25 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in PA_NOTES.md: how to nuke the database safely, run the script, and confirm recovery. Bret can do this without re-uploading.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4108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0.25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sub-tasks · Shipped as one focused session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+ Explore basic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backend foundations plus the simplest possible Explore route. Garden's existing flat behaviour unchanged during this deliverable.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on upload. Adds taken-date and location lat/lng columns to uploads (nullable). Item appears immediately; metadata populates asynchronously.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0.4 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/explore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 pagination on list endpoints. New /explore route serving a paginated grid, newest-first by upload date. No filters yet.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0.3 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schema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tables for plot definitions and per-user configuration. "Just arrived" is system-defined; user-defined plots layer on top. Sort/filter API additions.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4108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0.3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sub-tasks · Shipped as one focused session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complete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fully transitioned to the new Garden / Explore structure. The flat-Garden mental model retires; users learn the new shape.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filters and sort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date range, capsule membership, composted toggle, location-boolean. Sort options (newest/oldest by upload, by taken date) with EXIF-availability indicator.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0.4 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plots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becomes vertically-stacked horizontal rows. Mandatory "Just arrived" plot at top; user-defined plots below via "Add a plot" affordance with tag-based criteria.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0.6 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detail variants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 differs by entry surface: Garden = action affordances prominent; Explore = content presentation. Compost heap link stays on Garden.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4108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0.3-0.5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sub-tasks · Shipped as one focused session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adoption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catches up to the new web structure, including the bottom-nav restructure that replaces v0.21.0's three-tab Settings entry.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Explore tab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 matching web's Explore. Reuses photo detail components where possible. Pagination via Compose's LazyColumn / LazyRow primitives.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0.4 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Garden plots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tab restructured to match web: horizontal-scrolling plot rows (LazyRow within LazyColumn). User plot management mirroring web.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0.4 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46888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solidFill>
            <a:srgbClr val="5A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Bottom-nav restructure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3383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moves out of bottom nav into a burger menu. Bottom nav becomes Garden / Explore / Capsules. Three tabs, cleaner, brand-quiet.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4108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0.2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sub-tasks · Shipped as one focused session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and dependencies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blocks what, and what can run any time.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291840" cy="914400"/>
          </a:xfrm>
          <a:prstGeom prst="rect">
            <a:avLst/>
          </a:prstGeom>
          <a:solidFill>
            <a:srgbClr val="EBE3D0"/>
          </a:solidFill>
          <a:ln w="19050">
            <a:solidFill>
              <a:srgbClr val="D4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dependencies. Run any time.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first — gives a safety net for the rest of the work.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3291840" cy="914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Explore basic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69080" y="4663440"/>
            <a:ext cx="457200" cy="0"/>
          </a:xfrm>
          <a:prstGeom prst="line">
            <a:avLst/>
          </a:prstGeom>
          <a:noFill/>
          <a:ln w="19050">
            <a:solidFill>
              <a:srgbClr val="2D4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0" y="4206240"/>
            <a:ext cx="3291840" cy="914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4389120"/>
            <a:ext cx="548640" cy="548640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complete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2C (plot schema)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663440"/>
            <a:ext cx="457200" cy="0"/>
          </a:xfrm>
          <a:prstGeom prst="line">
            <a:avLst/>
          </a:prstGeom>
          <a:noFill/>
          <a:ln w="19050">
            <a:solidFill>
              <a:srgbClr val="2D4A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412480" y="4206240"/>
            <a:ext cx="3291840" cy="914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4389120"/>
            <a:ext cx="548640" cy="548640"/>
          </a:xfrm>
          <a:prstGeom prst="ellipse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8116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adoption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8116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web design language settled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760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Explore (in Deliverable 2) ships before Garden plots (Deliverable 3) starts in earnest — Explore acts as the user fallback during the Garden transition.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(Deliverable 4) waits for web (Deliverable 3) so the design patterns are settled before the Compose implementation begins.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Rough timescales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estimates are unreliable; treat these as ranges, not commitments.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— deliverable by deliverable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– 7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deliverables × ~1+ week each + review and buffer. The honest traditional baseline.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3657600" cy="3200400"/>
          </a:xfrm>
          <a:prstGeom prst="rect">
            <a:avLst/>
          </a:prstGeom>
          <a:solidFill>
            <a:srgbClr val="2D4A2B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where dependencies allow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– 5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84632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web can overlap; D4 (Android) waits for the web design language to settle.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2286000"/>
            <a:ext cx="3657600" cy="32004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useful parallelism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– 4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68680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web, and Android split across three. Diminishing returns past three given the deliverable dependencies.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review, debugging, and post-deploy fixes is included. Real elapsed time will depend on how many context-switch costs land between increments.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estimates feel high — and a more honest reframe.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12080" cy="228600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SOLO, SPARE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2D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year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Evenings and weekends. The pace a single founder typically moves at on a side project.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212080" cy="2286000"/>
          </a:xfrm>
          <a:prstGeom prst="rect">
            <a:avLst/>
          </a:prstGeom>
          <a:solidFill>
            <a:srgbClr val="2D4A2B"/>
          </a:solidFill>
          <a:ln w="12700">
            <a:solidFill>
              <a:srgbClr val="2D4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+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 days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9224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April to 8 May. The project to date — backend, web, Android, brand work, ~49 integration tests for capsules alone.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Milestone 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2670048" cy="96012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29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Re-import utility. Safety net for the rest of M6.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38728" y="4937760"/>
            <a:ext cx="2670048" cy="96012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5029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21608" y="52578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Explore basic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21608" y="55321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EXIF, pagination, plot schema, basic /explore route.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45936" y="4937760"/>
            <a:ext cx="2670048" cy="96012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5029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28816" y="52578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complete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28816" y="55321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Garden plots, photo detail variants. Flat-Garden retires.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53144" y="4937760"/>
            <a:ext cx="2670048" cy="960120"/>
          </a:xfrm>
          <a:prstGeom prst="rect">
            <a:avLst/>
          </a:prstGeom>
          <a:solidFill>
            <a:srgbClr val="EBE3D0"/>
          </a:solidFill>
          <a:ln w="12700">
            <a:solidFill>
              <a:srgbClr val="5A7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6024" y="5029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36024" y="52578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adoption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36024" y="55321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tab, Garden plots, burger-menu nav.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owning context across sessions; tight scoping; AI doing the typing while the founder steers. The multiplier is perceived for this product and team, not a benchmarked claim.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four small questions, then draft Phase 1A.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2194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configuration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only at v1, or schema set up for per-user plots from the start (foreshadowing multi-user)? Affects 1C's table design.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971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doc timing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337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IDIOMS.md updates (plot, Just arrived, negative-action separation principle) land with Phase 1, Phase 2, or as their own doc-only patch.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criteria language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114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tag-matching only (simplest), or richer queries (date ranges, "in capsule X")? Affects Phase 3B.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4526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v0.21.0 sequencing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v0.21.0 Android ships first as currently scoped, then this milestone begins. v0.21.0 nav structure changes during Phase 4 — users see two nav structures in close succession (acceptable).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1A — EXIF extraction — drafted as the first concrete brief once these are settled.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Garden / Explore restructure</dc:title>
  <dc:subject>PptxGenJS Presentation</dc:subject>
  <dc:creator>Heirlooms PA</dc:creator>
  <cp:lastModifiedBy>Heirlooms PA</cp:lastModifiedBy>
  <cp:revision>1</cp:revision>
  <dcterms:created xsi:type="dcterms:W3CDTF">2026-05-08T06:17:35Z</dcterms:created>
  <dcterms:modified xsi:type="dcterms:W3CDTF">2026-05-08T06:17:35Z</dcterms:modified>
</cp:coreProperties>
</file>